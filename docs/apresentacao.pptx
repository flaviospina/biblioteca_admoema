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MANÁ — Biblioteca Digital</dc:title>
  <dc:subject>Apresentação do sistema</dc:subject>
  <dc:creator>AD Belém Moema — Setor 124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
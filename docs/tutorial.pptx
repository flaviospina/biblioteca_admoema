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MANÁ — Tutorial de Uso</dc:title>
  <dc:subject>Tutorial de uso por nível de acesso</dc:subject>
  <dc:creator>AD Belém Moema — Setor 124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